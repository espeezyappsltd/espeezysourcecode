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10" autoAdjust="0"/>
    <p:restoredTop sz="94660"/>
  </p:normalViewPr>
  <p:slideViewPr>
    <p:cSldViewPr>
      <p:cViewPr varScale="1">
        <p:scale>
          <a:sx n="83" d="100"/>
          <a:sy n="83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045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290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3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23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300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31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40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521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78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095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780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6669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101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3281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267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117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90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0998B69-C281-4C9A-9FC3-B6B3640C16A1}" type="datetimeFigureOut">
              <a:rPr lang="en-US" smtClean="0"/>
              <a:t>10/2/2018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F9B8457-AB7C-4FB1-9C4E-00C9FC3C68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96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16632"/>
            <a:ext cx="7772400" cy="1470025"/>
          </a:xfrm>
        </p:spPr>
        <p:txBody>
          <a:bodyPr/>
          <a:lstStyle/>
          <a:p>
            <a:r>
              <a:rPr lang="en-GB" u="sng" dirty="0"/>
              <a:t>What makes a good Dissertation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290" y="1772816"/>
            <a:ext cx="6400800" cy="5256584"/>
          </a:xfrm>
        </p:spPr>
        <p:txBody>
          <a:bodyPr>
            <a:normAutofit fontScale="77500" lnSpcReduction="20000"/>
          </a:bodyPr>
          <a:lstStyle/>
          <a:p>
            <a:pPr algn="l">
              <a:buFont typeface="Arial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 Dissertation is as good as the research question it seeks to answer. </a:t>
            </a:r>
          </a:p>
          <a:p>
            <a:pPr lvl="1" algn="l">
              <a:buFont typeface="Arial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Your research hinges on a good </a:t>
            </a:r>
            <a:r>
              <a:rPr lang="en-GB" u="sng" dirty="0">
                <a:solidFill>
                  <a:schemeClr val="tx1"/>
                </a:solidFill>
              </a:rPr>
              <a:t>question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algn="l">
              <a:buFont typeface="Arial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 research project should in some way enlarge our understanding of a subject or </a:t>
            </a:r>
            <a:r>
              <a:rPr lang="en-GB" u="sng" dirty="0">
                <a:solidFill>
                  <a:schemeClr val="tx1"/>
                </a:solidFill>
              </a:rPr>
              <a:t>problem</a:t>
            </a:r>
            <a:r>
              <a:rPr lang="en-GB" dirty="0">
                <a:solidFill>
                  <a:schemeClr val="tx1"/>
                </a:solidFill>
              </a:rPr>
              <a:t>. </a:t>
            </a:r>
          </a:p>
          <a:p>
            <a:pPr algn="l">
              <a:buFont typeface="Arial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In simple terms, research is about asking a good question, finding an answer, and arguing your case.’ </a:t>
            </a:r>
          </a:p>
          <a:p>
            <a:pPr algn="l">
              <a:buFont typeface="Arial" pitchFamily="34" charset="0"/>
              <a:buChar char="•"/>
            </a:pPr>
            <a:endParaRPr lang="en-GB" dirty="0">
              <a:solidFill>
                <a:schemeClr val="tx1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GB" sz="2600" i="1" dirty="0">
                <a:solidFill>
                  <a:schemeClr val="tx1"/>
                </a:solidFill>
              </a:rPr>
              <a:t>A good idea and a good interest is not enough. ‘Without the articulation of a good question you are travelling blind’</a:t>
            </a:r>
            <a:r>
              <a:rPr lang="en-GB" i="1" dirty="0">
                <a:solidFill>
                  <a:schemeClr val="tx1"/>
                </a:solidFill>
              </a:rPr>
              <a:t> </a:t>
            </a:r>
            <a:r>
              <a:rPr lang="en-GB" sz="2600" i="1" dirty="0">
                <a:solidFill>
                  <a:schemeClr val="tx1"/>
                </a:solidFill>
              </a:rPr>
              <a:t>(O’Leary 2010:47) </a:t>
            </a:r>
          </a:p>
          <a:p>
            <a:pPr algn="l"/>
            <a:endParaRPr lang="en-GB" b="1" dirty="0"/>
          </a:p>
          <a:p>
            <a:pPr algn="l"/>
            <a:endParaRPr lang="en-GB" b="1" dirty="0"/>
          </a:p>
          <a:p>
            <a:pPr algn="l"/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u="sng" dirty="0"/>
              <a:t>What makes a good computing research Question</a:t>
            </a:r>
            <a:r>
              <a:rPr lang="en-GB" sz="16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u="sng" dirty="0"/>
              <a:t>FOCUSED</a:t>
            </a:r>
            <a:r>
              <a:rPr lang="en-GB" dirty="0"/>
              <a:t>: A research question is not the same as a Dissertation title. Dissertation titles are typically broad, putting the project in the wider field. Research questions are much more focused and highlight a gap in knowledge or a </a:t>
            </a:r>
            <a:r>
              <a:rPr lang="en-GB" u="sng" dirty="0"/>
              <a:t>problem</a:t>
            </a:r>
            <a:r>
              <a:rPr lang="en-GB" dirty="0"/>
              <a:t> to be solved. </a:t>
            </a:r>
          </a:p>
          <a:p>
            <a:r>
              <a:rPr lang="en-GB" u="sng" dirty="0"/>
              <a:t>SYNTHETIC</a:t>
            </a:r>
            <a:r>
              <a:rPr lang="en-GB" dirty="0"/>
              <a:t>: It is helpful if the research question itself ties together both </a:t>
            </a:r>
            <a:r>
              <a:rPr lang="en-GB" u="sng" dirty="0"/>
              <a:t>theoretical</a:t>
            </a:r>
            <a:r>
              <a:rPr lang="en-GB" dirty="0"/>
              <a:t> and </a:t>
            </a:r>
            <a:r>
              <a:rPr lang="en-GB" u="sng" dirty="0"/>
              <a:t>practical</a:t>
            </a:r>
            <a:r>
              <a:rPr lang="en-GB" dirty="0"/>
              <a:t> considerations. 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Your research Question should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Define an investigation - it can define the topic; Define the nature of the project(to develop, build, or compare); define the questions you are interested in – (what, where, how, when, why); etc. </a:t>
            </a:r>
          </a:p>
          <a:p>
            <a:pPr lvl="0"/>
            <a:r>
              <a:rPr lang="en-GB" dirty="0"/>
              <a:t>Set boundaries – It makes your project doable. </a:t>
            </a:r>
          </a:p>
          <a:p>
            <a:pPr lvl="0"/>
            <a:r>
              <a:rPr lang="en-GB" dirty="0"/>
              <a:t>Provide direction – blueprint/plan for your project.</a:t>
            </a:r>
          </a:p>
          <a:p>
            <a:pPr lvl="0"/>
            <a:r>
              <a:rPr lang="en-GB" dirty="0"/>
              <a:t>Act as a frame of reference for Evaluating your work.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u="sng" dirty="0"/>
              <a:t>An achievable research question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dirty="0"/>
              <a:t>A good research question can also be re-stated as set of smart Objectives, i.e. Formulating a tentative answer that can be tested through the project.</a:t>
            </a:r>
          </a:p>
          <a:p>
            <a:r>
              <a:rPr lang="en-GB" dirty="0"/>
              <a:t>It is something to Aim, for the purpose of the Project. </a:t>
            </a:r>
          </a:p>
          <a:p>
            <a:r>
              <a:rPr lang="en-GB" dirty="0"/>
              <a:t>This may raise objectives that are followed in order to answer the question(s) but focus is always upon achieving the primary aim.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Good Research Question</a:t>
            </a:r>
            <a:br>
              <a:rPr lang="en-US" u="sng" dirty="0"/>
            </a:br>
            <a:r>
              <a:rPr lang="en-US" sz="4000" u="sng" dirty="0"/>
              <a:t>summary</a:t>
            </a:r>
            <a:endParaRPr lang="en-GB" sz="40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n-US" dirty="0"/>
              <a:t>It addresses a need or a problem that you have encountered.</a:t>
            </a:r>
            <a:endParaRPr lang="en-GB" dirty="0"/>
          </a:p>
          <a:p>
            <a:pPr lvl="0"/>
            <a:r>
              <a:rPr lang="en-US" dirty="0"/>
              <a:t>It doesn’t need to be unique, but it must be important to you and your career.</a:t>
            </a:r>
            <a:endParaRPr lang="en-GB" dirty="0"/>
          </a:p>
          <a:p>
            <a:pPr lvl="0"/>
            <a:r>
              <a:rPr lang="en-US" dirty="0"/>
              <a:t>It challenges you to question your own assumptions about learning and change; i.e., it challenges you to learn. </a:t>
            </a:r>
            <a:endParaRPr lang="en-GB" dirty="0"/>
          </a:p>
          <a:p>
            <a:pPr lvl="0"/>
            <a:r>
              <a:rPr lang="en-US" dirty="0"/>
              <a:t>It is doable, meaning you are able to complete the project that would answer the question. </a:t>
            </a:r>
            <a:endParaRPr lang="en-GB" dirty="0"/>
          </a:p>
          <a:p>
            <a:pPr lvl="1"/>
            <a:r>
              <a:rPr lang="en-US" dirty="0"/>
              <a:t>It is doable given your time and material constraints.</a:t>
            </a:r>
            <a:endParaRPr lang="en-GB" dirty="0"/>
          </a:p>
          <a:p>
            <a:pPr lvl="0"/>
            <a:r>
              <a:rPr lang="en-US" dirty="0"/>
              <a:t>It inspires you and has the potential to hold your interest over several months.</a:t>
            </a:r>
            <a:endParaRPr lang="en-GB" dirty="0"/>
          </a:p>
          <a:p>
            <a:pPr lvl="0"/>
            <a:r>
              <a:rPr lang="en-US" dirty="0"/>
              <a:t>It is not too general; that would result in a multitude of sub-questions.</a:t>
            </a:r>
            <a:endParaRPr lang="en-GB" dirty="0"/>
          </a:p>
          <a:p>
            <a:pPr lvl="0"/>
            <a:r>
              <a:rPr lang="en-US" dirty="0"/>
              <a:t>It is not too narrow; that would rule out the emergence of other possibilities.</a:t>
            </a:r>
          </a:p>
          <a:p>
            <a:pPr lvl="0"/>
            <a:r>
              <a:rPr lang="en-US" b="1" dirty="0"/>
              <a:t>It cannot be answered “yes” or “no”</a:t>
            </a:r>
          </a:p>
          <a:p>
            <a:r>
              <a:rPr lang="en-US" b="1" dirty="0"/>
              <a:t>It should showcase your computing skills that you’ve developed during your time in the University for potential Employers</a:t>
            </a:r>
            <a:endParaRPr lang="en-GB" b="1" dirty="0"/>
          </a:p>
          <a:p>
            <a:pPr lvl="0"/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181</TotalTime>
  <Words>477</Words>
  <Application>Microsoft Office PowerPoint</Application>
  <PresentationFormat>On-screen Show (4:3)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Droplet</vt:lpstr>
      <vt:lpstr>What makes a good Dissertation</vt:lpstr>
      <vt:lpstr>What makes a good computing research Question.</vt:lpstr>
      <vt:lpstr>Your research Question should</vt:lpstr>
      <vt:lpstr>An achievable research question </vt:lpstr>
      <vt:lpstr>Good Research Question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amir</dc:creator>
  <cp:lastModifiedBy>Amir Minai</cp:lastModifiedBy>
  <cp:revision>22</cp:revision>
  <dcterms:created xsi:type="dcterms:W3CDTF">2013-09-23T11:38:39Z</dcterms:created>
  <dcterms:modified xsi:type="dcterms:W3CDTF">2018-10-02T16:22:48Z</dcterms:modified>
</cp:coreProperties>
</file>