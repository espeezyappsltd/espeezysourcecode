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8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99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07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55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86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05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44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88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86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26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51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67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2368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484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384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122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32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14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58A466C-3CF8-453A-9E92-6725F665E5E0}" type="datetimeFigureOut">
              <a:rPr lang="en-US" smtClean="0"/>
              <a:pPr/>
              <a:t>10/1/2019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B1D9904-E06B-4BF7-892C-5674E84BB9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87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2910" y="214290"/>
            <a:ext cx="792961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u="sng" dirty="0"/>
          </a:p>
          <a:p>
            <a:pPr algn="ctr"/>
            <a:r>
              <a:rPr lang="en-US" b="1" u="sng" dirty="0"/>
              <a:t>WHAT IS A DISSERTATION?</a:t>
            </a:r>
            <a:endParaRPr lang="en-GB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Dissertations are academic works that are intended to demonstrate an individual's ability to undertake </a:t>
            </a:r>
            <a:r>
              <a:rPr lang="en-US" u="sng" dirty="0"/>
              <a:t>research</a:t>
            </a:r>
            <a:r>
              <a:rPr lang="en-US" dirty="0"/>
              <a:t> in a field and demonstrate the ability to build and develop new systems. In computing, this could be done through a project leading to the dissertation.</a:t>
            </a:r>
            <a:endParaRPr lang="en-GB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fundamental expectation for Dissertations is that the </a:t>
            </a:r>
            <a:r>
              <a:rPr lang="en-US" u="sng" dirty="0"/>
              <a:t>problem</a:t>
            </a:r>
            <a:r>
              <a:rPr lang="en-US" dirty="0"/>
              <a:t> that will be studied is an important one.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second expectation for Dissertations is that they will be thoroughly </a:t>
            </a:r>
            <a:r>
              <a:rPr lang="en-US" u="sng" dirty="0"/>
              <a:t>embedded </a:t>
            </a:r>
            <a:r>
              <a:rPr lang="en-US" dirty="0"/>
              <a:t>in the </a:t>
            </a:r>
            <a:r>
              <a:rPr lang="en-US" u="sng" dirty="0"/>
              <a:t>research</a:t>
            </a:r>
            <a:r>
              <a:rPr lang="en-US" dirty="0"/>
              <a:t> literature on the topics selected for investigation.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third expectation is that all Dissertations will involve </a:t>
            </a:r>
            <a:r>
              <a:rPr lang="en-US" u="sng" dirty="0"/>
              <a:t>original</a:t>
            </a:r>
            <a:r>
              <a:rPr lang="en-US" dirty="0"/>
              <a:t> investigation.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fourth and related expectation is that a Dissertation will set out to find new </a:t>
            </a:r>
            <a:r>
              <a:rPr lang="en-US" u="sng" dirty="0"/>
              <a:t>answers</a:t>
            </a:r>
            <a:r>
              <a:rPr lang="en-US" dirty="0"/>
              <a:t> to the </a:t>
            </a:r>
            <a:r>
              <a:rPr lang="en-US" u="sng" dirty="0"/>
              <a:t>question</a:t>
            </a:r>
            <a:r>
              <a:rPr lang="en-US" dirty="0"/>
              <a:t> being explored.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20</TotalTime>
  <Words>124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Droplet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amir</dc:creator>
  <cp:lastModifiedBy>Amir Minai</cp:lastModifiedBy>
  <cp:revision>8</cp:revision>
  <dcterms:created xsi:type="dcterms:W3CDTF">2012-05-02T11:41:41Z</dcterms:created>
  <dcterms:modified xsi:type="dcterms:W3CDTF">2019-10-01T12:32:53Z</dcterms:modified>
</cp:coreProperties>
</file>