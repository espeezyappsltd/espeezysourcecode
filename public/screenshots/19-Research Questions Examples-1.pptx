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7.xml" ContentType="application/vnd.openxmlformats-officedocument.presentationml.slideLayout+xml"/>
  <Override PartName="/ppt/revisionInfo.xml" ContentType="application/vnd.ms-powerpoint.revisioninfo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58" r:id="rId3"/>
    <p:sldId id="262" r:id="rId4"/>
    <p:sldId id="259" r:id="rId5"/>
    <p:sldId id="260" r:id="rId6"/>
    <p:sldId id="261" r:id="rId7"/>
    <p:sldId id="263" r:id="rId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  <p:ext uri="{FD5EFAAD-0ECE-453E-9831-46B23BE46B34}">
      <p15:chartTrackingRefBased xmlns:p15="http://schemas.microsoft.com/office/powerpoint/2012/main" xmlns="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5598" autoAdjust="0"/>
    <p:restoredTop sz="94643" autoAdjust="0"/>
  </p:normalViewPr>
  <p:slideViewPr>
    <p:cSldViewPr>
      <p:cViewPr varScale="1">
        <p:scale>
          <a:sx n="90" d="100"/>
          <a:sy n="90" d="100"/>
        </p:scale>
        <p:origin x="-900" y="-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SD-Title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13259" y="1300786"/>
            <a:ext cx="6517482" cy="2509213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13259" y="3886201"/>
            <a:ext cx="6517482" cy="1371599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D02ED-78D1-4B5A-BA8B-B29CB5D46E53}" type="datetimeFigureOut">
              <a:rPr lang="en-US" smtClean="0"/>
              <a:pPr/>
              <a:t>10/11/2024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8E51E-E7D2-4985-907D-F475BBC6FC2C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xmlns="" val="40629422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685330" y="2367093"/>
            <a:ext cx="7772870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D02ED-78D1-4B5A-BA8B-B29CB5D46E53}" type="datetimeFigureOut">
              <a:rPr lang="en-US" smtClean="0"/>
              <a:pPr/>
              <a:t>10/11/2024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8E51E-E7D2-4985-907D-F475BBC6FC2C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xmlns="" val="33038064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31" y="828564"/>
            <a:ext cx="7763814" cy="2736819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331" y="3657458"/>
            <a:ext cx="7763814" cy="1368183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D02ED-78D1-4B5A-BA8B-B29CB5D46E53}" type="datetimeFigureOut">
              <a:rPr lang="en-US" smtClean="0"/>
              <a:pPr/>
              <a:t>10/11/2024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8E51E-E7D2-4985-907D-F475BBC6FC2C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xmlns="" val="21699257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685332" y="618518"/>
            <a:ext cx="7773338" cy="159617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685330" y="2367093"/>
            <a:ext cx="3829520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4629150" y="2367093"/>
            <a:ext cx="3829050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D02ED-78D1-4B5A-BA8B-B29CB5D46E53}" type="datetimeFigureOut">
              <a:rPr lang="en-US" smtClean="0"/>
              <a:pPr/>
              <a:t>10/11/2024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8E51E-E7D2-4985-907D-F475BBC6FC2C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xmlns="" val="11085408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685332" y="618518"/>
            <a:ext cx="7773338" cy="159617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9746" y="2371018"/>
            <a:ext cx="3655106" cy="679994"/>
          </a:xfrm>
        </p:spPr>
        <p:txBody>
          <a:bodyPr anchor="b">
            <a:noAutofit/>
          </a:bodyPr>
          <a:lstStyle>
            <a:lvl1pPr marL="0" indent="0">
              <a:lnSpc>
                <a:spcPct val="7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685331" y="3051013"/>
            <a:ext cx="3829520" cy="27401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97317" y="2371018"/>
            <a:ext cx="3661353" cy="679994"/>
          </a:xfrm>
        </p:spPr>
        <p:txBody>
          <a:bodyPr anchor="b">
            <a:noAutofit/>
          </a:bodyPr>
          <a:lstStyle>
            <a:lvl1pPr marL="0" indent="0">
              <a:lnSpc>
                <a:spcPct val="7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4"/>
          </p:nvPr>
        </p:nvSpPr>
        <p:spPr>
          <a:xfrm>
            <a:off x="4629150" y="3051013"/>
            <a:ext cx="3829051" cy="27401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D02ED-78D1-4B5A-BA8B-B29CB5D46E53}" type="datetimeFigureOut">
              <a:rPr lang="en-US" smtClean="0"/>
              <a:pPr/>
              <a:t>10/11/2024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8E51E-E7D2-4985-907D-F475BBC6FC2C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xmlns="" val="19732224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D02ED-78D1-4B5A-BA8B-B29CB5D46E53}" type="datetimeFigureOut">
              <a:rPr lang="en-US" smtClean="0"/>
              <a:pPr/>
              <a:t>10/11/2024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8E51E-E7D2-4985-907D-F475BBC6FC2C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xmlns="" val="41425244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D02ED-78D1-4B5A-BA8B-B29CB5D46E53}" type="datetimeFigureOut">
              <a:rPr lang="en-US" smtClean="0"/>
              <a:pPr/>
              <a:t>10/11/2024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8E51E-E7D2-4985-907D-F475BBC6FC2C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xmlns="" val="32037399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31" y="609600"/>
            <a:ext cx="2951766" cy="2023252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/>
          </p:nvPr>
        </p:nvSpPr>
        <p:spPr>
          <a:xfrm>
            <a:off x="3808547" y="609601"/>
            <a:ext cx="4650122" cy="51815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31" y="2632852"/>
            <a:ext cx="2951767" cy="3158348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D02ED-78D1-4B5A-BA8B-B29CB5D46E53}" type="datetimeFigureOut">
              <a:rPr lang="en-US" smtClean="0"/>
              <a:pPr/>
              <a:t>10/11/2024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8E51E-E7D2-4985-907D-F475BBC6FC2C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xmlns="" val="20305424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32" y="609600"/>
            <a:ext cx="4129618" cy="2023254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004270" y="609601"/>
            <a:ext cx="3005851" cy="5181600"/>
          </a:xfrm>
          <a:prstGeom prst="roundRect">
            <a:avLst>
              <a:gd name="adj" fmla="val 494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6" y="2632853"/>
            <a:ext cx="4129604" cy="3158347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D02ED-78D1-4B5A-BA8B-B29CB5D46E53}" type="datetimeFigureOut">
              <a:rPr lang="en-US" smtClean="0"/>
              <a:pPr/>
              <a:t>10/11/2024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8E51E-E7D2-4985-907D-F475BBC6FC2C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xmlns="" val="31969198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6" y="4289374"/>
            <a:ext cx="7773324" cy="81161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88558" y="698261"/>
            <a:ext cx="7366899" cy="3214136"/>
          </a:xfrm>
          <a:prstGeom prst="roundRect">
            <a:avLst>
              <a:gd name="adj" fmla="val 4944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31" y="5108728"/>
            <a:ext cx="7773339" cy="682472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D02ED-78D1-4B5A-BA8B-B29CB5D46E53}" type="datetimeFigureOut">
              <a:rPr lang="en-US" smtClean="0"/>
              <a:pPr/>
              <a:t>10/11/2024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8E51E-E7D2-4985-907D-F475BBC6FC2C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xmlns="" val="41102497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31" y="609600"/>
            <a:ext cx="7773339" cy="3427245"/>
          </a:xfrm>
        </p:spPr>
        <p:txBody>
          <a:bodyPr anchor="ctr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31" y="4204821"/>
            <a:ext cx="7773339" cy="1586380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D02ED-78D1-4B5A-BA8B-B29CB5D46E53}" type="datetimeFigureOut">
              <a:rPr lang="en-US" smtClean="0"/>
              <a:pPr/>
              <a:t>10/11/2024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8E51E-E7D2-4985-907D-F475BBC6FC2C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xmlns="" val="303950948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4659" y="872588"/>
            <a:ext cx="6977064" cy="2729915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290484" y="3610032"/>
            <a:ext cx="6564224" cy="59478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31" y="4372797"/>
            <a:ext cx="7773339" cy="1421053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D02ED-78D1-4B5A-BA8B-B29CB5D46E53}" type="datetimeFigureOut">
              <a:rPr lang="en-US" smtClean="0"/>
              <a:pPr/>
              <a:t>10/11/2024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8E51E-E7D2-4985-907D-F475BBC6FC2C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1" name="TextBox 10"/>
          <p:cNvSpPr txBox="1"/>
          <p:nvPr/>
        </p:nvSpPr>
        <p:spPr>
          <a:xfrm>
            <a:off x="737626" y="887859"/>
            <a:ext cx="546888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50130" y="3120015"/>
            <a:ext cx="553641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xmlns="" val="356514756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31" y="2138722"/>
            <a:ext cx="7773339" cy="2511835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31" y="4662335"/>
            <a:ext cx="7773339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D02ED-78D1-4B5A-BA8B-B29CB5D46E53}" type="datetimeFigureOut">
              <a:rPr lang="en-US" smtClean="0"/>
              <a:pPr/>
              <a:t>10/11/2024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8E51E-E7D2-4985-907D-F475BBC6FC2C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xmlns="" val="391687747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85331" y="609600"/>
            <a:ext cx="7773339" cy="160509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331" y="2367093"/>
            <a:ext cx="2474232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7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331" y="2943356"/>
            <a:ext cx="2474232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39292" y="2367093"/>
            <a:ext cx="246864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7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331012" y="2943356"/>
            <a:ext cx="2477513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79974" y="2367093"/>
            <a:ext cx="247869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7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5979974" y="2943356"/>
            <a:ext cx="2478696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D02ED-78D1-4B5A-BA8B-B29CB5D46E53}" type="datetimeFigureOut">
              <a:rPr lang="en-US" smtClean="0"/>
              <a:pPr/>
              <a:t>10/11/2024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8E51E-E7D2-4985-907D-F475BBC6FC2C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xmlns="" val="230221949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85331" y="610772"/>
            <a:ext cx="7773339" cy="160392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5331" y="4204820"/>
            <a:ext cx="2472307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7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5331" y="2367093"/>
            <a:ext cx="2472307" cy="1524000"/>
          </a:xfrm>
          <a:prstGeom prst="roundRect">
            <a:avLst>
              <a:gd name="adj" fmla="val 936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5331" y="4781082"/>
            <a:ext cx="2472307" cy="101011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32069" y="4204820"/>
            <a:ext cx="247637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7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331011" y="2367093"/>
            <a:ext cx="2477514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331011" y="4781081"/>
            <a:ext cx="2477514" cy="101011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79974" y="4204820"/>
            <a:ext cx="247551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7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979974" y="2367093"/>
            <a:ext cx="2478696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979880" y="4781079"/>
            <a:ext cx="2478790" cy="1010121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D02ED-78D1-4B5A-BA8B-B29CB5D46E53}" type="datetimeFigureOut">
              <a:rPr lang="en-US" smtClean="0"/>
              <a:pPr/>
              <a:t>10/11/2024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8E51E-E7D2-4985-907D-F475BBC6FC2C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xmlns="" val="117085414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685331" y="2367094"/>
            <a:ext cx="7773339" cy="342410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D02ED-78D1-4B5A-BA8B-B29CB5D46E53}" type="datetimeFigureOut">
              <a:rPr lang="en-US" smtClean="0"/>
              <a:pPr/>
              <a:t>10/11/2024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8E51E-E7D2-4985-907D-F475BBC6FC2C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xmlns="" val="268893821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609602"/>
            <a:ext cx="1914995" cy="518159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685331" y="609602"/>
            <a:ext cx="5744043" cy="518159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D02ED-78D1-4B5A-BA8B-B29CB5D46E53}" type="datetimeFigureOut">
              <a:rPr lang="en-US" smtClean="0"/>
              <a:pPr/>
              <a:t>10/11/2024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8E51E-E7D2-4985-907D-F475BBC6FC2C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xmlns="" val="29463026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1" y="-1"/>
            <a:ext cx="9144002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332" y="618518"/>
            <a:ext cx="7773338" cy="15961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331" y="2367094"/>
            <a:ext cx="7773339" cy="34241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759053" y="5883276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157D02ED-78D1-4B5A-BA8B-B29CB5D46E53}" type="datetimeFigureOut">
              <a:rPr lang="en-US" smtClean="0"/>
              <a:pPr/>
              <a:t>10/11/2024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331" y="5883276"/>
            <a:ext cx="50046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885509" y="5883276"/>
            <a:ext cx="57316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7258E51E-E7D2-4985-907D-F475BBC6FC2C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xmlns="" val="30293770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tx1"/>
        </a:buClr>
        <a:buFont typeface="Arial" panose="020B0604020202020204" pitchFamily="34" charset="0"/>
        <a:buChar char="•"/>
        <a:defRPr sz="20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8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6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b="1" u="sng" dirty="0"/>
              <a:t>Types of Research Questions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>
          <a:xfrm>
            <a:off x="685332" y="2179259"/>
            <a:ext cx="7772870" cy="3946376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GB" sz="1600" u="sng" dirty="0"/>
              <a:t>Factual</a:t>
            </a:r>
            <a:endParaRPr lang="en-GB" sz="1600" dirty="0"/>
          </a:p>
          <a:p>
            <a:pPr>
              <a:buNone/>
            </a:pPr>
            <a:r>
              <a:rPr lang="en-GB" sz="1600" dirty="0"/>
              <a:t>Simply look for causal relationships and describe them e.g. </a:t>
            </a:r>
          </a:p>
          <a:p>
            <a:r>
              <a:rPr lang="en-GB" sz="1600" dirty="0"/>
              <a:t>What type of encryption is required to provide database security on an E-commerce website?</a:t>
            </a:r>
          </a:p>
          <a:p>
            <a:pPr>
              <a:buNone/>
            </a:pPr>
            <a:r>
              <a:rPr lang="en-GB" sz="1600" dirty="0"/>
              <a:t> </a:t>
            </a:r>
            <a:r>
              <a:rPr lang="en-GB" sz="1600" u="sng" dirty="0"/>
              <a:t>Comparative</a:t>
            </a:r>
            <a:r>
              <a:rPr lang="en-GB" sz="1600" dirty="0"/>
              <a:t> </a:t>
            </a:r>
          </a:p>
          <a:p>
            <a:pPr>
              <a:buNone/>
            </a:pPr>
            <a:r>
              <a:rPr lang="en-GB" sz="1600" dirty="0"/>
              <a:t>These identify (usually) two alternatives to a situation and compare the alternatives in actual practice e.g. </a:t>
            </a:r>
          </a:p>
          <a:p>
            <a:r>
              <a:rPr lang="en-GB" sz="1600" dirty="0"/>
              <a:t>Do public-key algorithms produce better security than single-key for bespoke applications? </a:t>
            </a:r>
          </a:p>
          <a:p>
            <a:pPr>
              <a:buNone/>
            </a:pPr>
            <a:r>
              <a:rPr lang="en-GB" sz="1600" dirty="0"/>
              <a:t> 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u="sng" dirty="0"/>
              <a:t>Types of Research Questions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>
          <a:xfrm>
            <a:off x="706171" y="2214695"/>
            <a:ext cx="7772870" cy="3802360"/>
          </a:xfrm>
        </p:spPr>
        <p:txBody>
          <a:bodyPr>
            <a:normAutofit fontScale="92500" lnSpcReduction="20000"/>
          </a:bodyPr>
          <a:lstStyle/>
          <a:p>
            <a:pPr>
              <a:buNone/>
            </a:pPr>
            <a:r>
              <a:rPr lang="en-GB" u="sng" dirty="0"/>
              <a:t>Predictive</a:t>
            </a:r>
            <a:r>
              <a:rPr lang="en-GB" dirty="0"/>
              <a:t> </a:t>
            </a:r>
          </a:p>
          <a:p>
            <a:pPr>
              <a:buNone/>
            </a:pPr>
            <a:r>
              <a:rPr lang="en-GB" dirty="0"/>
              <a:t>Constructing "scenarios" of how things might be in the future  e.g. </a:t>
            </a:r>
          </a:p>
          <a:p>
            <a:r>
              <a:rPr lang="en-GB" dirty="0"/>
              <a:t>Will Quantum security technologies challenge security thinking for technology companies? </a:t>
            </a:r>
          </a:p>
          <a:p>
            <a:pPr>
              <a:buNone/>
            </a:pPr>
            <a:r>
              <a:rPr lang="en-GB" sz="2000" u="sng" dirty="0"/>
              <a:t>Problem-solving</a:t>
            </a:r>
            <a:r>
              <a:rPr lang="en-GB" sz="2000" dirty="0"/>
              <a:t> </a:t>
            </a:r>
          </a:p>
          <a:p>
            <a:pPr>
              <a:buNone/>
            </a:pPr>
            <a:r>
              <a:rPr lang="en-GB" sz="2000" dirty="0"/>
              <a:t>Propose solutions to existing problems </a:t>
            </a:r>
            <a:r>
              <a:rPr lang="en-GB" sz="2000" dirty="0" err="1"/>
              <a:t>eg</a:t>
            </a:r>
            <a:r>
              <a:rPr lang="en-GB" sz="2000" dirty="0"/>
              <a:t>. </a:t>
            </a:r>
          </a:p>
          <a:p>
            <a:r>
              <a:rPr lang="en-GB" sz="2000" dirty="0"/>
              <a:t>Does the use of CISCO routers improve network security for steaming media applications?</a:t>
            </a:r>
          </a:p>
          <a:p>
            <a:pPr>
              <a:buNone/>
            </a:pPr>
            <a:r>
              <a:rPr lang="en-GB" sz="2000" dirty="0"/>
              <a:t> </a:t>
            </a:r>
          </a:p>
          <a:p>
            <a:endParaRPr lang="en-GB" dirty="0"/>
          </a:p>
          <a:p>
            <a:endParaRPr lang="en-GB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u="sng" dirty="0"/>
              <a:t>Types of Research Questions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>
              <a:buNone/>
            </a:pPr>
            <a:r>
              <a:rPr lang="en-GB" u="sng" dirty="0"/>
              <a:t>Paradoxical </a:t>
            </a:r>
            <a:endParaRPr lang="en-GB" dirty="0"/>
          </a:p>
          <a:p>
            <a:pPr>
              <a:buNone/>
            </a:pPr>
            <a:r>
              <a:rPr lang="en-GB" dirty="0"/>
              <a:t>Explore an apparently contradictory situation to make a suggestion for resolving the contradiction </a:t>
            </a:r>
            <a:r>
              <a:rPr lang="en-GB" dirty="0" err="1"/>
              <a:t>eg</a:t>
            </a:r>
            <a:r>
              <a:rPr lang="en-GB" dirty="0"/>
              <a:t>. </a:t>
            </a:r>
          </a:p>
          <a:p>
            <a:r>
              <a:rPr lang="en-GB" dirty="0"/>
              <a:t>How can Authentication systems be used on Social media networks to improve user identity protection? 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xmlns="" val="42200095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(Past) </a:t>
            </a:r>
            <a:r>
              <a:rPr lang="en-GB" dirty="0" smtClean="0"/>
              <a:t>Research </a:t>
            </a:r>
            <a:r>
              <a:rPr lang="en-GB" dirty="0"/>
              <a:t>question examples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r>
              <a:rPr lang="en-GB" dirty="0"/>
              <a:t>Can playing games be used to control a player's mood?</a:t>
            </a:r>
          </a:p>
          <a:p>
            <a:r>
              <a:rPr lang="en-GB" dirty="0"/>
              <a:t>To what degree can virtual reality help improve web accessibility?</a:t>
            </a:r>
          </a:p>
          <a:p>
            <a:r>
              <a:rPr lang="en-GB" dirty="0" smtClean="0"/>
              <a:t>What </a:t>
            </a:r>
            <a:r>
              <a:rPr lang="en-GB" dirty="0"/>
              <a:t>is the impact of </a:t>
            </a:r>
            <a:r>
              <a:rPr lang="en-GB" dirty="0" smtClean="0"/>
              <a:t>Using social media on </a:t>
            </a:r>
            <a:r>
              <a:rPr lang="en-GB" dirty="0"/>
              <a:t>children’s learning?     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xmlns="" val="18714147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611" y="260648"/>
            <a:ext cx="8229600" cy="1143000"/>
          </a:xfrm>
        </p:spPr>
        <p:txBody>
          <a:bodyPr/>
          <a:lstStyle/>
          <a:p>
            <a:r>
              <a:rPr lang="en-GB" dirty="0"/>
              <a:t>Research question examples </a:t>
            </a:r>
            <a:r>
              <a:rPr lang="en-GB" sz="1800" dirty="0"/>
              <a:t>cont.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r>
              <a:rPr lang="en-GB" dirty="0"/>
              <a:t>Can Wi-Fi heat-maps help improve </a:t>
            </a:r>
            <a:r>
              <a:rPr lang="en-GB" dirty="0" smtClean="0"/>
              <a:t>data coverage  in </a:t>
            </a:r>
            <a:r>
              <a:rPr lang="en-GB" dirty="0"/>
              <a:t>the </a:t>
            </a:r>
            <a:r>
              <a:rPr lang="en-GB" dirty="0" smtClean="0"/>
              <a:t>Newton Building [learning hub!]?</a:t>
            </a:r>
            <a:endParaRPr lang="en-GB" dirty="0"/>
          </a:p>
          <a:p>
            <a:r>
              <a:rPr lang="en-GB" dirty="0"/>
              <a:t>To what extent does social media affect your search engine rankings?</a:t>
            </a:r>
          </a:p>
          <a:p>
            <a:r>
              <a:rPr lang="en-GB" dirty="0"/>
              <a:t>Does VR affect player satisfaction compared to Traditional control systems?</a:t>
            </a:r>
          </a:p>
          <a:p>
            <a:r>
              <a:rPr lang="en-GB" dirty="0"/>
              <a:t>Can Tor network provide a fully secure user authentication?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xmlns="" val="10882343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Research question examples </a:t>
            </a:r>
            <a:r>
              <a:rPr lang="en-GB" sz="1600" dirty="0"/>
              <a:t>cont.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r>
              <a:rPr lang="en-GB" dirty="0"/>
              <a:t>How can the Addition of Eye Tracking Improve Game Play?</a:t>
            </a:r>
          </a:p>
          <a:p>
            <a:r>
              <a:rPr lang="en-GB" dirty="0"/>
              <a:t>How is web design creating a virtual space that is often perceived to be real?</a:t>
            </a:r>
          </a:p>
          <a:p>
            <a:r>
              <a:rPr lang="en-GB" dirty="0"/>
              <a:t>How does Media Technology enhance the development of music websites?</a:t>
            </a:r>
          </a:p>
          <a:p>
            <a:r>
              <a:rPr lang="en-GB" dirty="0"/>
              <a:t>How can female interest in games development be generated through a games environment?</a:t>
            </a:r>
          </a:p>
        </p:txBody>
      </p:sp>
    </p:spTree>
    <p:extLst>
      <p:ext uri="{BB962C8B-B14F-4D97-AF65-F5344CB8AC3E}">
        <p14:creationId xmlns:p14="http://schemas.microsoft.com/office/powerpoint/2010/main" xmlns="" val="24780675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C05647AE-25B8-4BFF-B9AD-8B83ABC20C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5576" y="332656"/>
            <a:ext cx="7773338" cy="1008112"/>
          </a:xfrm>
        </p:spPr>
        <p:txBody>
          <a:bodyPr/>
          <a:lstStyle/>
          <a:p>
            <a:r>
              <a:rPr lang="en-GB" dirty="0"/>
              <a:t>Research question examples </a:t>
            </a:r>
            <a:r>
              <a:rPr lang="en-GB" sz="1600" dirty="0"/>
              <a:t>cont.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24181008-1AE8-4C04-AF5A-B3167EDF7822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83568" y="1412776"/>
            <a:ext cx="7772870" cy="4680520"/>
          </a:xfrm>
        </p:spPr>
        <p:txBody>
          <a:bodyPr>
            <a:normAutofit lnSpcReduction="10000"/>
          </a:bodyPr>
          <a:lstStyle/>
          <a:p>
            <a:pPr marL="342900" indent="-342900"/>
            <a:r>
              <a:rPr lang="en-GB" dirty="0"/>
              <a:t>Do computer games help younger children learn various subject skills.</a:t>
            </a:r>
          </a:p>
          <a:p>
            <a:pPr marL="342900" indent="-342900"/>
            <a:r>
              <a:rPr lang="en-GB" dirty="0"/>
              <a:t>What is the practical limits of using drone in military applications.</a:t>
            </a:r>
          </a:p>
          <a:p>
            <a:pPr marL="342900" indent="-342900"/>
            <a:r>
              <a:rPr lang="en-GB" dirty="0"/>
              <a:t>Will improvement to an EPOS system improve profitability.</a:t>
            </a:r>
          </a:p>
          <a:p>
            <a:pPr marL="342900" indent="-342900"/>
            <a:r>
              <a:rPr lang="en-GB" dirty="0"/>
              <a:t>Should more resources in big business go towards minimising the effects of data loss …</a:t>
            </a:r>
          </a:p>
          <a:p>
            <a:pPr marL="342900" indent="-342900"/>
            <a:r>
              <a:rPr lang="en-GB" dirty="0"/>
              <a:t>Do smoking cessation applications alter the habits of smokers in keeping with clinical guidelines.</a:t>
            </a:r>
          </a:p>
          <a:p>
            <a:pPr marL="342900" indent="-342900"/>
            <a:r>
              <a:rPr lang="en-GB" dirty="0"/>
              <a:t>Will the development of improved functionality in live streaming CCTV cameras affect crime detection.  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xmlns="" val="2358492264"/>
      </p:ext>
    </p:extLst>
  </p:cSld>
  <p:clrMapOvr>
    <a:masterClrMapping/>
  </p:clrMapOvr>
</p:sld>
</file>

<file path=ppt/theme/theme1.xml><?xml version="1.0" encoding="utf-8"?>
<a:theme xmlns:a="http://schemas.openxmlformats.org/drawingml/2006/main" name="Droplet">
  <a:themeElements>
    <a:clrScheme name="Droplet">
      <a:dk1>
        <a:sysClr val="windowText" lastClr="000000"/>
      </a:dk1>
      <a:lt1>
        <a:sysClr val="window" lastClr="FFFFFF"/>
      </a:lt1>
      <a:dk2>
        <a:srgbClr val="355071"/>
      </a:dk2>
      <a:lt2>
        <a:srgbClr val="AABED7"/>
      </a:lt2>
      <a:accent1>
        <a:srgbClr val="2FA3EE"/>
      </a:accent1>
      <a:accent2>
        <a:srgbClr val="4BCAAD"/>
      </a:accent2>
      <a:accent3>
        <a:srgbClr val="86C157"/>
      </a:accent3>
      <a:accent4>
        <a:srgbClr val="D99C3F"/>
      </a:accent4>
      <a:accent5>
        <a:srgbClr val="CE6633"/>
      </a:accent5>
      <a:accent6>
        <a:srgbClr val="A35DD1"/>
      </a:accent6>
      <a:hlink>
        <a:srgbClr val="56BCFE"/>
      </a:hlink>
      <a:folHlink>
        <a:srgbClr val="97C5E3"/>
      </a:folHlink>
    </a:clrScheme>
    <a:fontScheme name="Droplet">
      <a:majorFont>
        <a:latin typeface="Tw Cen M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roplet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gradFill rotWithShape="1">
          <a:gsLst>
            <a:gs pos="0">
              <a:schemeClr val="phClr">
                <a:tint val="94000"/>
                <a:satMod val="100000"/>
                <a:lumMod val="108000"/>
              </a:schemeClr>
            </a:gs>
            <a:gs pos="50000">
              <a:schemeClr val="phClr">
                <a:tint val="98000"/>
                <a:shade val="100000"/>
                <a:satMod val="100000"/>
                <a:lumMod val="100000"/>
              </a:schemeClr>
            </a:gs>
            <a:gs pos="100000">
              <a:schemeClr val="phClr">
                <a:shade val="72000"/>
                <a:satMod val="12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</a:effectStyle>
        <a:effectStyle>
          <a:effectLst>
            <a:outerShdw blurRad="63500" dist="25400" dir="5400000" algn="ctr" rotWithShape="0">
              <a:srgbClr val="000000">
                <a:alpha val="69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200000"/>
            </a:lightRig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100000"/>
                <a:hueMod val="130000"/>
                <a:satMod val="150000"/>
                <a:lumMod val="112000"/>
              </a:schemeClr>
            </a:gs>
            <a:gs pos="100000">
              <a:schemeClr val="phClr">
                <a:shade val="92000"/>
                <a:satMod val="140000"/>
                <a:lumMod val="11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Droplet" id="{8984A317-299A-4E50-B45D-BFC9EDE2337A}" vid="{A633B6A3-9E7F-4C10-9C98-2517A313436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Droplet</Template>
  <TotalTime>30</TotalTime>
  <Words>328</Words>
  <Application>Microsoft Office PowerPoint</Application>
  <PresentationFormat>On-screen Show (4:3)</PresentationFormat>
  <Paragraphs>41</Paragraphs>
  <Slides>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Droplet</vt:lpstr>
      <vt:lpstr>Types of Research Questions</vt:lpstr>
      <vt:lpstr>Types of Research Questions</vt:lpstr>
      <vt:lpstr>Types of Research Questions</vt:lpstr>
      <vt:lpstr>(Past) Research question examples</vt:lpstr>
      <vt:lpstr>Research question examples cont.</vt:lpstr>
      <vt:lpstr>Research question examples cont.</vt:lpstr>
      <vt:lpstr>Research question examples cont.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Research Questions Examples: ???????</dc:title>
  <dc:creator>amir</dc:creator>
  <cp:lastModifiedBy>Amir</cp:lastModifiedBy>
  <cp:revision>7</cp:revision>
  <dcterms:created xsi:type="dcterms:W3CDTF">2013-09-25T10:39:41Z</dcterms:created>
  <dcterms:modified xsi:type="dcterms:W3CDTF">2024-10-11T11:26:52Z</dcterms:modified>
</cp:coreProperties>
</file>